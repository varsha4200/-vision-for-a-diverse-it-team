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41BA54-0609-4FC3-8B97-A59C4AE09306}" v="253" dt="2024-09-11T05:42:28.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3" d="100"/>
          <a:sy n="73" d="100"/>
        </p:scale>
        <p:origin x="364" y="3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a chaudhary" userId="28d2b53ea8f17f6c" providerId="LiveId" clId="{6941BA54-0609-4FC3-8B97-A59C4AE09306}"/>
    <pc:docChg chg="undo custSel addSld delSld modSld">
      <pc:chgData name="varsha chaudhary" userId="28d2b53ea8f17f6c" providerId="LiveId" clId="{6941BA54-0609-4FC3-8B97-A59C4AE09306}" dt="2024-09-11T05:46:26.346" v="499" actId="255"/>
      <pc:docMkLst>
        <pc:docMk/>
      </pc:docMkLst>
      <pc:sldChg chg="modSp del mod">
        <pc:chgData name="varsha chaudhary" userId="28d2b53ea8f17f6c" providerId="LiveId" clId="{6941BA54-0609-4FC3-8B97-A59C4AE09306}" dt="2024-09-11T05:17:47.449" v="3" actId="2696"/>
        <pc:sldMkLst>
          <pc:docMk/>
          <pc:sldMk cId="122831522" sldId="257"/>
        </pc:sldMkLst>
        <pc:picChg chg="mod">
          <ac:chgData name="varsha chaudhary" userId="28d2b53ea8f17f6c" providerId="LiveId" clId="{6941BA54-0609-4FC3-8B97-A59C4AE09306}" dt="2024-09-11T05:17:37.356" v="2" actId="14100"/>
          <ac:picMkLst>
            <pc:docMk/>
            <pc:sldMk cId="122831522" sldId="257"/>
            <ac:picMk id="5" creationId="{66B18B27-356C-C4F0-24E2-B1745F6D22BB}"/>
          </ac:picMkLst>
        </pc:picChg>
      </pc:sldChg>
      <pc:sldChg chg="addSp delSp modSp new del mod setBg addAnim delAnim setClrOvrMap">
        <pc:chgData name="varsha chaudhary" userId="28d2b53ea8f17f6c" providerId="LiveId" clId="{6941BA54-0609-4FC3-8B97-A59C4AE09306}" dt="2024-09-11T05:31:48.624" v="406" actId="2696"/>
        <pc:sldMkLst>
          <pc:docMk/>
          <pc:sldMk cId="3266774473" sldId="257"/>
        </pc:sldMkLst>
        <pc:spChg chg="del mod">
          <ac:chgData name="varsha chaudhary" userId="28d2b53ea8f17f6c" providerId="LiveId" clId="{6941BA54-0609-4FC3-8B97-A59C4AE09306}" dt="2024-09-11T05:31:37.996" v="405" actId="478"/>
          <ac:spMkLst>
            <pc:docMk/>
            <pc:sldMk cId="3266774473" sldId="257"/>
            <ac:spMk id="2" creationId="{E0C8A7EE-B02D-B51D-712F-7777E4F4274D}"/>
          </ac:spMkLst>
        </pc:spChg>
        <pc:spChg chg="mod">
          <ac:chgData name="varsha chaudhary" userId="28d2b53ea8f17f6c" providerId="LiveId" clId="{6941BA54-0609-4FC3-8B97-A59C4AE09306}" dt="2024-09-11T05:31:35.339" v="404" actId="20577"/>
          <ac:spMkLst>
            <pc:docMk/>
            <pc:sldMk cId="3266774473" sldId="257"/>
            <ac:spMk id="3" creationId="{571D56EC-9155-98D6-7263-8E960F676688}"/>
          </ac:spMkLst>
        </pc:spChg>
        <pc:spChg chg="add del">
          <ac:chgData name="varsha chaudhary" userId="28d2b53ea8f17f6c" providerId="LiveId" clId="{6941BA54-0609-4FC3-8B97-A59C4AE09306}" dt="2024-09-11T05:20:31.670" v="41" actId="26606"/>
          <ac:spMkLst>
            <pc:docMk/>
            <pc:sldMk cId="3266774473" sldId="257"/>
            <ac:spMk id="7" creationId="{E91DC736-0EF8-4F87-9146-EBF1D2EE4D3D}"/>
          </ac:spMkLst>
        </pc:spChg>
        <pc:spChg chg="add del">
          <ac:chgData name="varsha chaudhary" userId="28d2b53ea8f17f6c" providerId="LiveId" clId="{6941BA54-0609-4FC3-8B97-A59C4AE09306}" dt="2024-09-11T05:20:31.670" v="41" actId="26606"/>
          <ac:spMkLst>
            <pc:docMk/>
            <pc:sldMk cId="3266774473" sldId="257"/>
            <ac:spMk id="8" creationId="{097CD68E-23E3-4007-8847-CD0944C4F7BE}"/>
          </ac:spMkLst>
        </pc:spChg>
        <pc:spChg chg="add del">
          <ac:chgData name="varsha chaudhary" userId="28d2b53ea8f17f6c" providerId="LiveId" clId="{6941BA54-0609-4FC3-8B97-A59C4AE09306}" dt="2024-09-11T05:20:31.670" v="41" actId="26606"/>
          <ac:spMkLst>
            <pc:docMk/>
            <pc:sldMk cId="3266774473" sldId="257"/>
            <ac:spMk id="9" creationId="{AF2F604E-43BE-4DC3-B983-E071523364F8}"/>
          </ac:spMkLst>
        </pc:spChg>
        <pc:spChg chg="add del">
          <ac:chgData name="varsha chaudhary" userId="28d2b53ea8f17f6c" providerId="LiveId" clId="{6941BA54-0609-4FC3-8B97-A59C4AE09306}" dt="2024-09-11T05:19:55.110" v="25" actId="26606"/>
          <ac:spMkLst>
            <pc:docMk/>
            <pc:sldMk cId="3266774473" sldId="257"/>
            <ac:spMk id="10" creationId="{6F828D28-8E09-41CC-8229-3070B5467A96}"/>
          </ac:spMkLst>
        </pc:spChg>
        <pc:spChg chg="add del">
          <ac:chgData name="varsha chaudhary" userId="28d2b53ea8f17f6c" providerId="LiveId" clId="{6941BA54-0609-4FC3-8B97-A59C4AE09306}" dt="2024-09-11T05:20:31.670" v="41" actId="26606"/>
          <ac:spMkLst>
            <pc:docMk/>
            <pc:sldMk cId="3266774473" sldId="257"/>
            <ac:spMk id="11" creationId="{08C9B587-E65E-4B52-B37C-ABEBB6E87928}"/>
          </ac:spMkLst>
        </pc:spChg>
        <pc:spChg chg="add del">
          <ac:chgData name="varsha chaudhary" userId="28d2b53ea8f17f6c" providerId="LiveId" clId="{6941BA54-0609-4FC3-8B97-A59C4AE09306}" dt="2024-09-11T05:19:55.110" v="25" actId="26606"/>
          <ac:spMkLst>
            <pc:docMk/>
            <pc:sldMk cId="3266774473" sldId="257"/>
            <ac:spMk id="12" creationId="{D5B012D8-7F27-4758-9AC6-C889B154BD73}"/>
          </ac:spMkLst>
        </pc:spChg>
        <pc:spChg chg="add">
          <ac:chgData name="varsha chaudhary" userId="28d2b53ea8f17f6c" providerId="LiveId" clId="{6941BA54-0609-4FC3-8B97-A59C4AE09306}" dt="2024-09-11T05:20:31.670" v="42" actId="26606"/>
          <ac:spMkLst>
            <pc:docMk/>
            <pc:sldMk cId="3266774473" sldId="257"/>
            <ac:spMk id="13" creationId="{8F58EDD9-0685-44E6-9B72-108BB10E1AB0}"/>
          </ac:spMkLst>
        </pc:spChg>
        <pc:spChg chg="add del">
          <ac:chgData name="varsha chaudhary" userId="28d2b53ea8f17f6c" providerId="LiveId" clId="{6941BA54-0609-4FC3-8B97-A59C4AE09306}" dt="2024-09-11T05:19:55.110" v="25" actId="26606"/>
          <ac:spMkLst>
            <pc:docMk/>
            <pc:sldMk cId="3266774473" sldId="257"/>
            <ac:spMk id="14" creationId="{4063B759-00FC-46D1-9898-8E8625268FAF}"/>
          </ac:spMkLst>
        </pc:spChg>
        <pc:spChg chg="add mod">
          <ac:chgData name="varsha chaudhary" userId="28d2b53ea8f17f6c" providerId="LiveId" clId="{6941BA54-0609-4FC3-8B97-A59C4AE09306}" dt="2024-09-11T05:31:37.996" v="405" actId="478"/>
          <ac:spMkLst>
            <pc:docMk/>
            <pc:sldMk cId="3266774473" sldId="257"/>
            <ac:spMk id="15" creationId="{A86085E3-D743-D1BC-F39F-A34637E378D5}"/>
          </ac:spMkLst>
        </pc:spChg>
        <pc:spChg chg="add del">
          <ac:chgData name="varsha chaudhary" userId="28d2b53ea8f17f6c" providerId="LiveId" clId="{6941BA54-0609-4FC3-8B97-A59C4AE09306}" dt="2024-09-11T05:19:58.486" v="27" actId="26606"/>
          <ac:spMkLst>
            <pc:docMk/>
            <pc:sldMk cId="3266774473" sldId="257"/>
            <ac:spMk id="16" creationId="{9B7AD9F6-8CE7-4299-8FC6-328F4DCD3FF9}"/>
          </ac:spMkLst>
        </pc:spChg>
        <pc:spChg chg="add del">
          <ac:chgData name="varsha chaudhary" userId="28d2b53ea8f17f6c" providerId="LiveId" clId="{6941BA54-0609-4FC3-8B97-A59C4AE09306}" dt="2024-09-11T05:19:58.486" v="27" actId="26606"/>
          <ac:spMkLst>
            <pc:docMk/>
            <pc:sldMk cId="3266774473" sldId="257"/>
            <ac:spMk id="17" creationId="{F49775AF-8896-43EE-92C6-83497D6DC56F}"/>
          </ac:spMkLst>
        </pc:spChg>
        <pc:spChg chg="add del">
          <ac:chgData name="varsha chaudhary" userId="28d2b53ea8f17f6c" providerId="LiveId" clId="{6941BA54-0609-4FC3-8B97-A59C4AE09306}" dt="2024-09-11T05:20:01.158" v="29" actId="26606"/>
          <ac:spMkLst>
            <pc:docMk/>
            <pc:sldMk cId="3266774473" sldId="257"/>
            <ac:spMk id="19" creationId="{657F69E0-C4B0-4BEC-A689-4F8D877F05D4}"/>
          </ac:spMkLst>
        </pc:spChg>
        <pc:spChg chg="add del">
          <ac:chgData name="varsha chaudhary" userId="28d2b53ea8f17f6c" providerId="LiveId" clId="{6941BA54-0609-4FC3-8B97-A59C4AE09306}" dt="2024-09-11T05:20:01.158" v="29" actId="26606"/>
          <ac:spMkLst>
            <pc:docMk/>
            <pc:sldMk cId="3266774473" sldId="257"/>
            <ac:spMk id="20" creationId="{9F6380B4-6A1C-481E-8408-B4E6C75B9B81}"/>
          </ac:spMkLst>
        </pc:spChg>
        <pc:spChg chg="add del">
          <ac:chgData name="varsha chaudhary" userId="28d2b53ea8f17f6c" providerId="LiveId" clId="{6941BA54-0609-4FC3-8B97-A59C4AE09306}" dt="2024-09-11T05:20:02.642" v="31" actId="26606"/>
          <ac:spMkLst>
            <pc:docMk/>
            <pc:sldMk cId="3266774473" sldId="257"/>
            <ac:spMk id="22" creationId="{5964CBE2-084A-47DF-A704-CF5F6217B569}"/>
          </ac:spMkLst>
        </pc:spChg>
        <pc:spChg chg="add del">
          <ac:chgData name="varsha chaudhary" userId="28d2b53ea8f17f6c" providerId="LiveId" clId="{6941BA54-0609-4FC3-8B97-A59C4AE09306}" dt="2024-09-11T05:20:02.642" v="31" actId="26606"/>
          <ac:spMkLst>
            <pc:docMk/>
            <pc:sldMk cId="3266774473" sldId="257"/>
            <ac:spMk id="23" creationId="{686A5CBB-E03B-4019-8BCD-78975D39E48C}"/>
          </ac:spMkLst>
        </pc:spChg>
        <pc:spChg chg="add del">
          <ac:chgData name="varsha chaudhary" userId="28d2b53ea8f17f6c" providerId="LiveId" clId="{6941BA54-0609-4FC3-8B97-A59C4AE09306}" dt="2024-09-11T05:20:02.642" v="31" actId="26606"/>
          <ac:spMkLst>
            <pc:docMk/>
            <pc:sldMk cId="3266774473" sldId="257"/>
            <ac:spMk id="24" creationId="{94993204-9792-4E61-A83C-73D4379E2B1C}"/>
          </ac:spMkLst>
        </pc:spChg>
        <pc:spChg chg="add del">
          <ac:chgData name="varsha chaudhary" userId="28d2b53ea8f17f6c" providerId="LiveId" clId="{6941BA54-0609-4FC3-8B97-A59C4AE09306}" dt="2024-09-11T05:20:06.220" v="33" actId="26606"/>
          <ac:spMkLst>
            <pc:docMk/>
            <pc:sldMk cId="3266774473" sldId="257"/>
            <ac:spMk id="26" creationId="{C1DD1A8A-57D5-4A81-AD04-532B043C5611}"/>
          </ac:spMkLst>
        </pc:spChg>
        <pc:spChg chg="add del">
          <ac:chgData name="varsha chaudhary" userId="28d2b53ea8f17f6c" providerId="LiveId" clId="{6941BA54-0609-4FC3-8B97-A59C4AE09306}" dt="2024-09-11T05:20:06.220" v="33" actId="26606"/>
          <ac:spMkLst>
            <pc:docMk/>
            <pc:sldMk cId="3266774473" sldId="257"/>
            <ac:spMk id="27" creationId="{007891EC-4501-44ED-A8C8-B11B6DB767AB}"/>
          </ac:spMkLst>
        </pc:spChg>
        <pc:spChg chg="add del">
          <ac:chgData name="varsha chaudhary" userId="28d2b53ea8f17f6c" providerId="LiveId" clId="{6941BA54-0609-4FC3-8B97-A59C4AE09306}" dt="2024-09-11T05:20:07.056" v="36" actId="26606"/>
          <ac:spMkLst>
            <pc:docMk/>
            <pc:sldMk cId="3266774473" sldId="257"/>
            <ac:spMk id="29" creationId="{22A397E7-BF60-45B2-84C7-B074B76C37A7}"/>
          </ac:spMkLst>
        </pc:spChg>
        <pc:spChg chg="add del">
          <ac:chgData name="varsha chaudhary" userId="28d2b53ea8f17f6c" providerId="LiveId" clId="{6941BA54-0609-4FC3-8B97-A59C4AE09306}" dt="2024-09-11T05:20:07.056" v="36" actId="26606"/>
          <ac:spMkLst>
            <pc:docMk/>
            <pc:sldMk cId="3266774473" sldId="257"/>
            <ac:spMk id="30" creationId="{890DEF05-784E-4B61-89E4-04C4ECF4E5A0}"/>
          </ac:spMkLst>
        </pc:spChg>
        <pc:picChg chg="add mod ord">
          <ac:chgData name="varsha chaudhary" userId="28d2b53ea8f17f6c" providerId="LiveId" clId="{6941BA54-0609-4FC3-8B97-A59C4AE09306}" dt="2024-09-11T05:23:07.252" v="87" actId="14100"/>
          <ac:picMkLst>
            <pc:docMk/>
            <pc:sldMk cId="3266774473" sldId="257"/>
            <ac:picMk id="5" creationId="{B595470C-B6C7-376F-6C09-203ACC74FF14}"/>
          </ac:picMkLst>
        </pc:picChg>
        <pc:cxnChg chg="add del">
          <ac:chgData name="varsha chaudhary" userId="28d2b53ea8f17f6c" providerId="LiveId" clId="{6941BA54-0609-4FC3-8B97-A59C4AE09306}" dt="2024-09-11T05:20:07.056" v="36" actId="26606"/>
          <ac:cxnSpMkLst>
            <pc:docMk/>
            <pc:sldMk cId="3266774473" sldId="257"/>
            <ac:cxnSpMk id="31" creationId="{C41BAEC7-F7B0-4224-8B18-8F74B7D87F0B}"/>
          </ac:cxnSpMkLst>
        </pc:cxnChg>
      </pc:sldChg>
      <pc:sldChg chg="new del">
        <pc:chgData name="varsha chaudhary" userId="28d2b53ea8f17f6c" providerId="LiveId" clId="{6941BA54-0609-4FC3-8B97-A59C4AE09306}" dt="2024-09-11T05:24:57.425" v="89" actId="2696"/>
        <pc:sldMkLst>
          <pc:docMk/>
          <pc:sldMk cId="1102480581" sldId="258"/>
        </pc:sldMkLst>
      </pc:sldChg>
      <pc:sldChg chg="del">
        <pc:chgData name="varsha chaudhary" userId="28d2b53ea8f17f6c" providerId="LiveId" clId="{6941BA54-0609-4FC3-8B97-A59C4AE09306}" dt="2024-09-11T05:17:53.307" v="4" actId="2696"/>
        <pc:sldMkLst>
          <pc:docMk/>
          <pc:sldMk cId="2173775234" sldId="258"/>
        </pc:sldMkLst>
      </pc:sldChg>
      <pc:sldChg chg="addSp modSp new mod setBg">
        <pc:chgData name="varsha chaudhary" userId="28d2b53ea8f17f6c" providerId="LiveId" clId="{6941BA54-0609-4FC3-8B97-A59C4AE09306}" dt="2024-09-11T05:33:59.899" v="425" actId="26606"/>
        <pc:sldMkLst>
          <pc:docMk/>
          <pc:sldMk cId="3796263691" sldId="258"/>
        </pc:sldMkLst>
        <pc:spChg chg="add">
          <ac:chgData name="varsha chaudhary" userId="28d2b53ea8f17f6c" providerId="LiveId" clId="{6941BA54-0609-4FC3-8B97-A59C4AE09306}" dt="2024-09-11T05:33:59.899" v="425" actId="26606"/>
          <ac:spMkLst>
            <pc:docMk/>
            <pc:sldMk cId="3796263691" sldId="258"/>
            <ac:spMk id="8" creationId="{AB8C311F-7253-4AED-9701-7FC0708C41C7}"/>
          </ac:spMkLst>
        </pc:spChg>
        <pc:spChg chg="add">
          <ac:chgData name="varsha chaudhary" userId="28d2b53ea8f17f6c" providerId="LiveId" clId="{6941BA54-0609-4FC3-8B97-A59C4AE09306}" dt="2024-09-11T05:33:59.899" v="425" actId="26606"/>
          <ac:spMkLst>
            <pc:docMk/>
            <pc:sldMk cId="3796263691" sldId="258"/>
            <ac:spMk id="10" creationId="{E2384209-CB15-4CDF-9D31-C44FD9A3F20D}"/>
          </ac:spMkLst>
        </pc:spChg>
        <pc:spChg chg="add">
          <ac:chgData name="varsha chaudhary" userId="28d2b53ea8f17f6c" providerId="LiveId" clId="{6941BA54-0609-4FC3-8B97-A59C4AE09306}" dt="2024-09-11T05:33:59.899" v="425" actId="26606"/>
          <ac:spMkLst>
            <pc:docMk/>
            <pc:sldMk cId="3796263691" sldId="258"/>
            <ac:spMk id="12" creationId="{2633B3B5-CC90-43F0-8714-D31D1F3F0209}"/>
          </ac:spMkLst>
        </pc:spChg>
        <pc:spChg chg="add">
          <ac:chgData name="varsha chaudhary" userId="28d2b53ea8f17f6c" providerId="LiveId" clId="{6941BA54-0609-4FC3-8B97-A59C4AE09306}" dt="2024-09-11T05:33:59.899" v="425" actId="26606"/>
          <ac:spMkLst>
            <pc:docMk/>
            <pc:sldMk cId="3796263691" sldId="258"/>
            <ac:spMk id="14" creationId="{A8D57A06-A426-446D-B02C-A2DC6B62E45E}"/>
          </ac:spMkLst>
        </pc:spChg>
        <pc:picChg chg="add mod">
          <ac:chgData name="varsha chaudhary" userId="28d2b53ea8f17f6c" providerId="LiveId" clId="{6941BA54-0609-4FC3-8B97-A59C4AE09306}" dt="2024-09-11T05:33:59.899" v="425" actId="26606"/>
          <ac:picMkLst>
            <pc:docMk/>
            <pc:sldMk cId="3796263691" sldId="258"/>
            <ac:picMk id="3" creationId="{47C10044-B7ED-5BD2-9C03-FE494B2B699E}"/>
          </ac:picMkLst>
        </pc:picChg>
      </pc:sldChg>
      <pc:sldChg chg="addSp delSp modSp new mod setBg">
        <pc:chgData name="varsha chaudhary" userId="28d2b53ea8f17f6c" providerId="LiveId" clId="{6941BA54-0609-4FC3-8B97-A59C4AE09306}" dt="2024-09-11T05:33:48.915" v="424" actId="26606"/>
        <pc:sldMkLst>
          <pc:docMk/>
          <pc:sldMk cId="2417969367" sldId="259"/>
        </pc:sldMkLst>
        <pc:spChg chg="add del mod">
          <ac:chgData name="varsha chaudhary" userId="28d2b53ea8f17f6c" providerId="LiveId" clId="{6941BA54-0609-4FC3-8B97-A59C4AE09306}" dt="2024-09-11T05:33:48.915" v="424" actId="26606"/>
          <ac:spMkLst>
            <pc:docMk/>
            <pc:sldMk cId="2417969367" sldId="259"/>
            <ac:spMk id="3" creationId="{53EB93D3-877C-9B4D-00DE-4E9789568B6E}"/>
          </ac:spMkLst>
        </pc:spChg>
        <pc:spChg chg="add del">
          <ac:chgData name="varsha chaudhary" userId="28d2b53ea8f17f6c" providerId="LiveId" clId="{6941BA54-0609-4FC3-8B97-A59C4AE09306}" dt="2024-09-11T05:32:26.523" v="413" actId="26606"/>
          <ac:spMkLst>
            <pc:docMk/>
            <pc:sldMk cId="2417969367" sldId="259"/>
            <ac:spMk id="9" creationId="{C0763A76-9F1C-4FC5-82B7-DD475DA461B2}"/>
          </ac:spMkLst>
        </pc:spChg>
        <pc:spChg chg="add del">
          <ac:chgData name="varsha chaudhary" userId="28d2b53ea8f17f6c" providerId="LiveId" clId="{6941BA54-0609-4FC3-8B97-A59C4AE09306}" dt="2024-09-11T05:32:52.616" v="419" actId="26606"/>
          <ac:spMkLst>
            <pc:docMk/>
            <pc:sldMk cId="2417969367" sldId="259"/>
            <ac:spMk id="10" creationId="{D1D34770-47A8-402C-AF23-2B653F2D88C1}"/>
          </ac:spMkLst>
        </pc:spChg>
        <pc:spChg chg="add del">
          <ac:chgData name="varsha chaudhary" userId="28d2b53ea8f17f6c" providerId="LiveId" clId="{6941BA54-0609-4FC3-8B97-A59C4AE09306}" dt="2024-09-11T05:32:26.523" v="413" actId="26606"/>
          <ac:spMkLst>
            <pc:docMk/>
            <pc:sldMk cId="2417969367" sldId="259"/>
            <ac:spMk id="11" creationId="{E81BF4F6-F2CF-4984-9D14-D6966D92F99F}"/>
          </ac:spMkLst>
        </pc:spChg>
        <pc:spChg chg="add del">
          <ac:chgData name="varsha chaudhary" userId="28d2b53ea8f17f6c" providerId="LiveId" clId="{6941BA54-0609-4FC3-8B97-A59C4AE09306}" dt="2024-09-11T05:32:30.352" v="415" actId="26606"/>
          <ac:spMkLst>
            <pc:docMk/>
            <pc:sldMk cId="2417969367" sldId="259"/>
            <ac:spMk id="13" creationId="{AAD0DBB9-1A4B-4391-81D4-CB19F9AB918A}"/>
          </ac:spMkLst>
        </pc:spChg>
        <pc:spChg chg="add del">
          <ac:chgData name="varsha chaudhary" userId="28d2b53ea8f17f6c" providerId="LiveId" clId="{6941BA54-0609-4FC3-8B97-A59C4AE09306}" dt="2024-09-11T05:32:30.352" v="415" actId="26606"/>
          <ac:spMkLst>
            <pc:docMk/>
            <pc:sldMk cId="2417969367" sldId="259"/>
            <ac:spMk id="14" creationId="{BACC6370-2D7E-4714-9D71-7542949D7D5D}"/>
          </ac:spMkLst>
        </pc:spChg>
        <pc:spChg chg="add del">
          <ac:chgData name="varsha chaudhary" userId="28d2b53ea8f17f6c" providerId="LiveId" clId="{6941BA54-0609-4FC3-8B97-A59C4AE09306}" dt="2024-09-11T05:32:30.352" v="415" actId="26606"/>
          <ac:spMkLst>
            <pc:docMk/>
            <pc:sldMk cId="2417969367" sldId="259"/>
            <ac:spMk id="15" creationId="{063BBA22-50EA-4C4D-BE05-F1CE4E63AA56}"/>
          </ac:spMkLst>
        </pc:spChg>
        <pc:spChg chg="add del">
          <ac:chgData name="varsha chaudhary" userId="28d2b53ea8f17f6c" providerId="LiveId" clId="{6941BA54-0609-4FC3-8B97-A59C4AE09306}" dt="2024-09-11T05:32:30.352" v="415" actId="26606"/>
          <ac:spMkLst>
            <pc:docMk/>
            <pc:sldMk cId="2417969367" sldId="259"/>
            <ac:spMk id="16" creationId="{F68B3F68-107C-434F-AA38-110D5EA91B85}"/>
          </ac:spMkLst>
        </pc:spChg>
        <pc:spChg chg="add del">
          <ac:chgData name="varsha chaudhary" userId="28d2b53ea8f17f6c" providerId="LiveId" clId="{6941BA54-0609-4FC3-8B97-A59C4AE09306}" dt="2024-09-11T05:32:38.539" v="417" actId="26606"/>
          <ac:spMkLst>
            <pc:docMk/>
            <pc:sldMk cId="2417969367" sldId="259"/>
            <ac:spMk id="19" creationId="{BACC6370-2D7E-4714-9D71-7542949D7D5D}"/>
          </ac:spMkLst>
        </pc:spChg>
        <pc:spChg chg="add del">
          <ac:chgData name="varsha chaudhary" userId="28d2b53ea8f17f6c" providerId="LiveId" clId="{6941BA54-0609-4FC3-8B97-A59C4AE09306}" dt="2024-09-11T05:32:38.539" v="417" actId="26606"/>
          <ac:spMkLst>
            <pc:docMk/>
            <pc:sldMk cId="2417969367" sldId="259"/>
            <ac:spMk id="20" creationId="{F68B3F68-107C-434F-AA38-110D5EA91B85}"/>
          </ac:spMkLst>
        </pc:spChg>
        <pc:spChg chg="add del">
          <ac:chgData name="varsha chaudhary" userId="28d2b53ea8f17f6c" providerId="LiveId" clId="{6941BA54-0609-4FC3-8B97-A59C4AE09306}" dt="2024-09-11T05:32:38.539" v="417" actId="26606"/>
          <ac:spMkLst>
            <pc:docMk/>
            <pc:sldMk cId="2417969367" sldId="259"/>
            <ac:spMk id="21" creationId="{AAD0DBB9-1A4B-4391-81D4-CB19F9AB918A}"/>
          </ac:spMkLst>
        </pc:spChg>
        <pc:spChg chg="add del">
          <ac:chgData name="varsha chaudhary" userId="28d2b53ea8f17f6c" providerId="LiveId" clId="{6941BA54-0609-4FC3-8B97-A59C4AE09306}" dt="2024-09-11T05:32:38.539" v="417" actId="26606"/>
          <ac:spMkLst>
            <pc:docMk/>
            <pc:sldMk cId="2417969367" sldId="259"/>
            <ac:spMk id="22" creationId="{063BBA22-50EA-4C4D-BE05-F1CE4E63AA56}"/>
          </ac:spMkLst>
        </pc:spChg>
        <pc:spChg chg="add del">
          <ac:chgData name="varsha chaudhary" userId="28d2b53ea8f17f6c" providerId="LiveId" clId="{6941BA54-0609-4FC3-8B97-A59C4AE09306}" dt="2024-09-11T05:33:10.325" v="421" actId="26606"/>
          <ac:spMkLst>
            <pc:docMk/>
            <pc:sldMk cId="2417969367" sldId="259"/>
            <ac:spMk id="27" creationId="{955A2079-FA98-4876-80F0-72364A7D2EA4}"/>
          </ac:spMkLst>
        </pc:spChg>
        <pc:spChg chg="add del">
          <ac:chgData name="varsha chaudhary" userId="28d2b53ea8f17f6c" providerId="LiveId" clId="{6941BA54-0609-4FC3-8B97-A59C4AE09306}" dt="2024-09-11T05:33:48.884" v="423" actId="26606"/>
          <ac:spMkLst>
            <pc:docMk/>
            <pc:sldMk cId="2417969367" sldId="259"/>
            <ac:spMk id="30" creationId="{6C4028FD-8BAA-4A19-BFDE-594D991B7552}"/>
          </ac:spMkLst>
        </pc:spChg>
        <pc:spChg chg="add">
          <ac:chgData name="varsha chaudhary" userId="28d2b53ea8f17f6c" providerId="LiveId" clId="{6941BA54-0609-4FC3-8B97-A59C4AE09306}" dt="2024-09-11T05:33:48.915" v="424" actId="26606"/>
          <ac:spMkLst>
            <pc:docMk/>
            <pc:sldMk cId="2417969367" sldId="259"/>
            <ac:spMk id="33" creationId="{BACC6370-2D7E-4714-9D71-7542949D7D5D}"/>
          </ac:spMkLst>
        </pc:spChg>
        <pc:spChg chg="add">
          <ac:chgData name="varsha chaudhary" userId="28d2b53ea8f17f6c" providerId="LiveId" clId="{6941BA54-0609-4FC3-8B97-A59C4AE09306}" dt="2024-09-11T05:33:48.915" v="424" actId="26606"/>
          <ac:spMkLst>
            <pc:docMk/>
            <pc:sldMk cId="2417969367" sldId="259"/>
            <ac:spMk id="34" creationId="{F68B3F68-107C-434F-AA38-110D5EA91B85}"/>
          </ac:spMkLst>
        </pc:spChg>
        <pc:spChg chg="add">
          <ac:chgData name="varsha chaudhary" userId="28d2b53ea8f17f6c" providerId="LiveId" clId="{6941BA54-0609-4FC3-8B97-A59C4AE09306}" dt="2024-09-11T05:33:48.915" v="424" actId="26606"/>
          <ac:spMkLst>
            <pc:docMk/>
            <pc:sldMk cId="2417969367" sldId="259"/>
            <ac:spMk id="35" creationId="{AAD0DBB9-1A4B-4391-81D4-CB19F9AB918A}"/>
          </ac:spMkLst>
        </pc:spChg>
        <pc:spChg chg="add">
          <ac:chgData name="varsha chaudhary" userId="28d2b53ea8f17f6c" providerId="LiveId" clId="{6941BA54-0609-4FC3-8B97-A59C4AE09306}" dt="2024-09-11T05:33:48.915" v="424" actId="26606"/>
          <ac:spMkLst>
            <pc:docMk/>
            <pc:sldMk cId="2417969367" sldId="259"/>
            <ac:spMk id="36" creationId="{063BBA22-50EA-4C4D-BE05-F1CE4E63AA56}"/>
          </ac:spMkLst>
        </pc:spChg>
        <pc:graphicFrameChg chg="add del">
          <ac:chgData name="varsha chaudhary" userId="28d2b53ea8f17f6c" providerId="LiveId" clId="{6941BA54-0609-4FC3-8B97-A59C4AE09306}" dt="2024-09-11T05:32:30.352" v="415" actId="26606"/>
          <ac:graphicFrameMkLst>
            <pc:docMk/>
            <pc:sldMk cId="2417969367" sldId="259"/>
            <ac:graphicFrameMk id="17" creationId="{488FCE26-6600-91F3-BAAF-FC3438A51597}"/>
          </ac:graphicFrameMkLst>
        </pc:graphicFrameChg>
        <pc:graphicFrameChg chg="add del">
          <ac:chgData name="varsha chaudhary" userId="28d2b53ea8f17f6c" providerId="LiveId" clId="{6941BA54-0609-4FC3-8B97-A59C4AE09306}" dt="2024-09-11T05:32:38.539" v="417" actId="26606"/>
          <ac:graphicFrameMkLst>
            <pc:docMk/>
            <pc:sldMk cId="2417969367" sldId="259"/>
            <ac:graphicFrameMk id="23" creationId="{922C814B-DCD2-ED05-6B75-2ED6B1F85354}"/>
          </ac:graphicFrameMkLst>
        </pc:graphicFrameChg>
        <pc:graphicFrameChg chg="add del">
          <ac:chgData name="varsha chaudhary" userId="28d2b53ea8f17f6c" providerId="LiveId" clId="{6941BA54-0609-4FC3-8B97-A59C4AE09306}" dt="2024-09-11T05:32:52.616" v="419" actId="26606"/>
          <ac:graphicFrameMkLst>
            <pc:docMk/>
            <pc:sldMk cId="2417969367" sldId="259"/>
            <ac:graphicFrameMk id="25" creationId="{436961C7-577D-5717-06F3-FE1F17149C98}"/>
          </ac:graphicFrameMkLst>
        </pc:graphicFrameChg>
        <pc:graphicFrameChg chg="add del">
          <ac:chgData name="varsha chaudhary" userId="28d2b53ea8f17f6c" providerId="LiveId" clId="{6941BA54-0609-4FC3-8B97-A59C4AE09306}" dt="2024-09-11T05:33:10.325" v="421" actId="26606"/>
          <ac:graphicFrameMkLst>
            <pc:docMk/>
            <pc:sldMk cId="2417969367" sldId="259"/>
            <ac:graphicFrameMk id="28" creationId="{C98F9915-57FA-406F-BABF-B2562A407755}"/>
          </ac:graphicFrameMkLst>
        </pc:graphicFrameChg>
        <pc:graphicFrameChg chg="add del">
          <ac:chgData name="varsha chaudhary" userId="28d2b53ea8f17f6c" providerId="LiveId" clId="{6941BA54-0609-4FC3-8B97-A59C4AE09306}" dt="2024-09-11T05:33:48.884" v="423" actId="26606"/>
          <ac:graphicFrameMkLst>
            <pc:docMk/>
            <pc:sldMk cId="2417969367" sldId="259"/>
            <ac:graphicFrameMk id="31" creationId="{A01D04AB-A24C-0409-B207-161AD037A90D}"/>
          </ac:graphicFrameMkLst>
        </pc:graphicFrameChg>
        <pc:graphicFrameChg chg="add">
          <ac:chgData name="varsha chaudhary" userId="28d2b53ea8f17f6c" providerId="LiveId" clId="{6941BA54-0609-4FC3-8B97-A59C4AE09306}" dt="2024-09-11T05:33:48.915" v="424" actId="26606"/>
          <ac:graphicFrameMkLst>
            <pc:docMk/>
            <pc:sldMk cId="2417969367" sldId="259"/>
            <ac:graphicFrameMk id="37" creationId="{922C814B-DCD2-ED05-6B75-2ED6B1F85354}"/>
          </ac:graphicFrameMkLst>
        </pc:graphicFrameChg>
        <pc:picChg chg="add del">
          <ac:chgData name="varsha chaudhary" userId="28d2b53ea8f17f6c" providerId="LiveId" clId="{6941BA54-0609-4FC3-8B97-A59C4AE09306}" dt="2024-09-11T05:32:26.523" v="413" actId="26606"/>
          <ac:picMkLst>
            <pc:docMk/>
            <pc:sldMk cId="2417969367" sldId="259"/>
            <ac:picMk id="5" creationId="{77754EAC-88EB-8A5D-BF50-706EBEBAA74C}"/>
          </ac:picMkLst>
        </pc:picChg>
        <pc:picChg chg="add del">
          <ac:chgData name="varsha chaudhary" userId="28d2b53ea8f17f6c" providerId="LiveId" clId="{6941BA54-0609-4FC3-8B97-A59C4AE09306}" dt="2024-09-11T05:32:52.616" v="419" actId="26606"/>
          <ac:picMkLst>
            <pc:docMk/>
            <pc:sldMk cId="2417969367" sldId="259"/>
            <ac:picMk id="6" creationId="{2DA74FDA-DB16-D150-7D3B-5715194DCE2E}"/>
          </ac:picMkLst>
        </pc:picChg>
      </pc:sldChg>
      <pc:sldChg chg="addSp modSp new mod">
        <pc:chgData name="varsha chaudhary" userId="28d2b53ea8f17f6c" providerId="LiveId" clId="{6941BA54-0609-4FC3-8B97-A59C4AE09306}" dt="2024-09-11T05:42:38.267" v="460" actId="313"/>
        <pc:sldMkLst>
          <pc:docMk/>
          <pc:sldMk cId="2090745278" sldId="260"/>
        </pc:sldMkLst>
        <pc:spChg chg="add mod">
          <ac:chgData name="varsha chaudhary" userId="28d2b53ea8f17f6c" providerId="LiveId" clId="{6941BA54-0609-4FC3-8B97-A59C4AE09306}" dt="2024-09-11T05:42:38.267" v="460" actId="313"/>
          <ac:spMkLst>
            <pc:docMk/>
            <pc:sldMk cId="2090745278" sldId="260"/>
            <ac:spMk id="3" creationId="{16EF30DA-472C-8EE7-F0F9-B931A0804046}"/>
          </ac:spMkLst>
        </pc:spChg>
      </pc:sldChg>
      <pc:sldChg chg="addSp modSp new del mod">
        <pc:chgData name="varsha chaudhary" userId="28d2b53ea8f17f6c" providerId="LiveId" clId="{6941BA54-0609-4FC3-8B97-A59C4AE09306}" dt="2024-09-11T05:43:52.313" v="465" actId="2696"/>
        <pc:sldMkLst>
          <pc:docMk/>
          <pc:sldMk cId="1302085874" sldId="261"/>
        </pc:sldMkLst>
        <pc:spChg chg="add mod">
          <ac:chgData name="varsha chaudhary" userId="28d2b53ea8f17f6c" providerId="LiveId" clId="{6941BA54-0609-4FC3-8B97-A59C4AE09306}" dt="2024-09-11T05:43:34.344" v="464" actId="14100"/>
          <ac:spMkLst>
            <pc:docMk/>
            <pc:sldMk cId="1302085874" sldId="261"/>
            <ac:spMk id="3" creationId="{0B18A331-10F9-83FF-F482-BCE11035E5E1}"/>
          </ac:spMkLst>
        </pc:spChg>
      </pc:sldChg>
      <pc:sldChg chg="addSp modSp new mod">
        <pc:chgData name="varsha chaudhary" userId="28d2b53ea8f17f6c" providerId="LiveId" clId="{6941BA54-0609-4FC3-8B97-A59C4AE09306}" dt="2024-09-11T05:46:26.346" v="499" actId="255"/>
        <pc:sldMkLst>
          <pc:docMk/>
          <pc:sldMk cId="4045066362" sldId="261"/>
        </pc:sldMkLst>
        <pc:spChg chg="add mod">
          <ac:chgData name="varsha chaudhary" userId="28d2b53ea8f17f6c" providerId="LiveId" clId="{6941BA54-0609-4FC3-8B97-A59C4AE09306}" dt="2024-09-11T05:46:26.346" v="499" actId="255"/>
          <ac:spMkLst>
            <pc:docMk/>
            <pc:sldMk cId="4045066362" sldId="261"/>
            <ac:spMk id="3" creationId="{6E1C57CB-814C-C878-DA09-C55759F78105}"/>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C15361-5F19-42F3-A692-675BF32F0B4E}"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68CEB99-7C03-405E-93FD-5863CACEA851}">
      <dgm:prSet/>
      <dgm:spPr/>
      <dgm:t>
        <a:bodyPr/>
        <a:lstStyle/>
        <a:p>
          <a:r>
            <a:rPr lang="en-US"/>
            <a:t>The primary title  is the </a:t>
          </a:r>
          <a:r>
            <a:rPr lang="en-US" u="sng"/>
            <a:t>Driving Innovation through Diversity.</a:t>
          </a:r>
          <a:endParaRPr lang="en-US"/>
        </a:p>
      </dgm:t>
    </dgm:pt>
    <dgm:pt modelId="{3E118593-5F55-4C30-A46E-4599A5767699}" type="parTrans" cxnId="{16049CE3-1CC6-4290-AD97-2B334F6D530F}">
      <dgm:prSet/>
      <dgm:spPr/>
      <dgm:t>
        <a:bodyPr/>
        <a:lstStyle/>
        <a:p>
          <a:endParaRPr lang="en-US"/>
        </a:p>
      </dgm:t>
    </dgm:pt>
    <dgm:pt modelId="{7BC7C510-EEBE-4FD9-8366-EB0DE492EA72}" type="sibTrans" cxnId="{16049CE3-1CC6-4290-AD97-2B334F6D530F}">
      <dgm:prSet/>
      <dgm:spPr/>
      <dgm:t>
        <a:bodyPr/>
        <a:lstStyle/>
        <a:p>
          <a:endParaRPr lang="en-US"/>
        </a:p>
      </dgm:t>
    </dgm:pt>
    <dgm:pt modelId="{925AF39C-6000-4637-899F-09C419B1FA33}">
      <dgm:prSet/>
      <dgm:spPr/>
      <dgm:t>
        <a:bodyPr/>
        <a:lstStyle/>
        <a:p>
          <a:r>
            <a:rPr lang="en-US"/>
            <a:t>The tagline is the </a:t>
          </a:r>
          <a:r>
            <a:rPr lang="en-US" u="sng"/>
            <a:t>Harnessing Worldwide Perspectives for Technological.</a:t>
          </a:r>
          <a:endParaRPr lang="en-US"/>
        </a:p>
      </dgm:t>
    </dgm:pt>
    <dgm:pt modelId="{C5EC3DF1-3345-454A-8FFE-8ECD39CCE501}" type="parTrans" cxnId="{77271F9F-FC8A-4F59-A22C-02C0A7787441}">
      <dgm:prSet/>
      <dgm:spPr/>
      <dgm:t>
        <a:bodyPr/>
        <a:lstStyle/>
        <a:p>
          <a:endParaRPr lang="en-US"/>
        </a:p>
      </dgm:t>
    </dgm:pt>
    <dgm:pt modelId="{C7C48377-8003-4BCE-86C2-F277625BBF70}" type="sibTrans" cxnId="{77271F9F-FC8A-4F59-A22C-02C0A7787441}">
      <dgm:prSet/>
      <dgm:spPr/>
      <dgm:t>
        <a:bodyPr/>
        <a:lstStyle/>
        <a:p>
          <a:endParaRPr lang="en-US"/>
        </a:p>
      </dgm:t>
    </dgm:pt>
    <dgm:pt modelId="{E21A154F-5358-4042-9E53-DC643C43A216}">
      <dgm:prSet/>
      <dgm:spPr/>
      <dgm:t>
        <a:bodyPr/>
        <a:lstStyle/>
        <a:p>
          <a:r>
            <a:rPr lang="en-US"/>
            <a:t>Excellence It is recommended to highlight the following keyword phrases: the word "innovation," "cultural diversity," "Cooperation," and "Global Perspectives" (Davis, 2021).</a:t>
          </a:r>
        </a:p>
      </dgm:t>
    </dgm:pt>
    <dgm:pt modelId="{50B52522-D5E8-437F-BACA-63573067AFAC}" type="parTrans" cxnId="{3ADABCD3-D5B3-4801-9DA2-9F2F62A769CC}">
      <dgm:prSet/>
      <dgm:spPr/>
      <dgm:t>
        <a:bodyPr/>
        <a:lstStyle/>
        <a:p>
          <a:endParaRPr lang="en-US"/>
        </a:p>
      </dgm:t>
    </dgm:pt>
    <dgm:pt modelId="{90373AC1-058E-463A-9811-B214A834AA60}" type="sibTrans" cxnId="{3ADABCD3-D5B3-4801-9DA2-9F2F62A769CC}">
      <dgm:prSet/>
      <dgm:spPr/>
      <dgm:t>
        <a:bodyPr/>
        <a:lstStyle/>
        <a:p>
          <a:endParaRPr lang="en-US"/>
        </a:p>
      </dgm:t>
    </dgm:pt>
    <dgm:pt modelId="{FCAA24C8-085D-4D79-984C-8EA0508315B3}">
      <dgm:prSet/>
      <dgm:spPr/>
      <dgm:t>
        <a:bodyPr/>
        <a:lstStyle/>
        <a:p>
          <a:r>
            <a:rPr lang="en-US"/>
            <a:t>Vision Statement: </a:t>
          </a:r>
          <a:r>
            <a:rPr lang="en-US" u="sng"/>
            <a:t>To generate creative ideas and cultivate a working environment that is consistent with the principles of our business objectives goals, our information technology staff makes use of the strength of varied viewpoints.</a:t>
          </a:r>
          <a:endParaRPr lang="en-US"/>
        </a:p>
      </dgm:t>
    </dgm:pt>
    <dgm:pt modelId="{3D050C94-F52C-4745-9295-0238AEF87673}" type="parTrans" cxnId="{0EFAB79F-5472-45F9-BB47-E35C698ABA15}">
      <dgm:prSet/>
      <dgm:spPr/>
      <dgm:t>
        <a:bodyPr/>
        <a:lstStyle/>
        <a:p>
          <a:endParaRPr lang="en-US"/>
        </a:p>
      </dgm:t>
    </dgm:pt>
    <dgm:pt modelId="{191A87AA-F3CC-4F5F-9584-51816385D8CC}" type="sibTrans" cxnId="{0EFAB79F-5472-45F9-BB47-E35C698ABA15}">
      <dgm:prSet/>
      <dgm:spPr/>
      <dgm:t>
        <a:bodyPr/>
        <a:lstStyle/>
        <a:p>
          <a:endParaRPr lang="en-US"/>
        </a:p>
      </dgm:t>
    </dgm:pt>
    <dgm:pt modelId="{45A5EA09-E208-4FC4-9F41-B39C9DD680F0}" type="pres">
      <dgm:prSet presAssocID="{DBC15361-5F19-42F3-A692-675BF32F0B4E}" presName="root" presStyleCnt="0">
        <dgm:presLayoutVars>
          <dgm:dir/>
          <dgm:resizeHandles val="exact"/>
        </dgm:presLayoutVars>
      </dgm:prSet>
      <dgm:spPr/>
    </dgm:pt>
    <dgm:pt modelId="{6D987E4A-BEE0-413B-9371-4AF87E138589}" type="pres">
      <dgm:prSet presAssocID="{DBC15361-5F19-42F3-A692-675BF32F0B4E}" presName="container" presStyleCnt="0">
        <dgm:presLayoutVars>
          <dgm:dir/>
          <dgm:resizeHandles val="exact"/>
        </dgm:presLayoutVars>
      </dgm:prSet>
      <dgm:spPr/>
    </dgm:pt>
    <dgm:pt modelId="{8FC41654-DADD-4DAF-85D5-94626C39020D}" type="pres">
      <dgm:prSet presAssocID="{E68CEB99-7C03-405E-93FD-5863CACEA851}" presName="compNode" presStyleCnt="0"/>
      <dgm:spPr/>
    </dgm:pt>
    <dgm:pt modelId="{994DE9CF-422C-4301-9FB4-F5BB21DFE2C7}" type="pres">
      <dgm:prSet presAssocID="{E68CEB99-7C03-405E-93FD-5863CACEA851}" presName="iconBgRect" presStyleLbl="bgShp" presStyleIdx="0" presStyleCnt="4"/>
      <dgm:spPr/>
    </dgm:pt>
    <dgm:pt modelId="{F0884D96-2C13-414A-9388-137610CE798E}" type="pres">
      <dgm:prSet presAssocID="{E68CEB99-7C03-405E-93FD-5863CACEA85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bulb"/>
        </a:ext>
      </dgm:extLst>
    </dgm:pt>
    <dgm:pt modelId="{1C822F42-A1AC-43EB-9FDF-77EDEAAE87DC}" type="pres">
      <dgm:prSet presAssocID="{E68CEB99-7C03-405E-93FD-5863CACEA851}" presName="spaceRect" presStyleCnt="0"/>
      <dgm:spPr/>
    </dgm:pt>
    <dgm:pt modelId="{3DBE27AE-0546-4B75-AF83-155C8504F220}" type="pres">
      <dgm:prSet presAssocID="{E68CEB99-7C03-405E-93FD-5863CACEA851}" presName="textRect" presStyleLbl="revTx" presStyleIdx="0" presStyleCnt="4">
        <dgm:presLayoutVars>
          <dgm:chMax val="1"/>
          <dgm:chPref val="1"/>
        </dgm:presLayoutVars>
      </dgm:prSet>
      <dgm:spPr/>
    </dgm:pt>
    <dgm:pt modelId="{3A46A7FD-461D-401E-A8AA-572CADDF5EF3}" type="pres">
      <dgm:prSet presAssocID="{7BC7C510-EEBE-4FD9-8366-EB0DE492EA72}" presName="sibTrans" presStyleLbl="sibTrans2D1" presStyleIdx="0" presStyleCnt="0"/>
      <dgm:spPr/>
    </dgm:pt>
    <dgm:pt modelId="{CF60860A-4F2A-454D-8F52-2E1E5FAFB195}" type="pres">
      <dgm:prSet presAssocID="{925AF39C-6000-4637-899F-09C419B1FA33}" presName="compNode" presStyleCnt="0"/>
      <dgm:spPr/>
    </dgm:pt>
    <dgm:pt modelId="{856A83B7-E057-46E5-B0A7-73DC97187F89}" type="pres">
      <dgm:prSet presAssocID="{925AF39C-6000-4637-899F-09C419B1FA33}" presName="iconBgRect" presStyleLbl="bgShp" presStyleIdx="1" presStyleCnt="4"/>
      <dgm:spPr/>
    </dgm:pt>
    <dgm:pt modelId="{9FEBEC32-D460-4B00-92FF-75372BC408BC}" type="pres">
      <dgm:prSet presAssocID="{925AF39C-6000-4637-899F-09C419B1FA3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arth Globe Americas"/>
        </a:ext>
      </dgm:extLst>
    </dgm:pt>
    <dgm:pt modelId="{66E9B753-90AC-4067-8D74-C2C2F52FE383}" type="pres">
      <dgm:prSet presAssocID="{925AF39C-6000-4637-899F-09C419B1FA33}" presName="spaceRect" presStyleCnt="0"/>
      <dgm:spPr/>
    </dgm:pt>
    <dgm:pt modelId="{7321E099-5FA6-40DA-8C8A-4DE2B3BE72AA}" type="pres">
      <dgm:prSet presAssocID="{925AF39C-6000-4637-899F-09C419B1FA33}" presName="textRect" presStyleLbl="revTx" presStyleIdx="1" presStyleCnt="4">
        <dgm:presLayoutVars>
          <dgm:chMax val="1"/>
          <dgm:chPref val="1"/>
        </dgm:presLayoutVars>
      </dgm:prSet>
      <dgm:spPr/>
    </dgm:pt>
    <dgm:pt modelId="{13083E09-488B-47A4-B597-51033C40D8EF}" type="pres">
      <dgm:prSet presAssocID="{C7C48377-8003-4BCE-86C2-F277625BBF70}" presName="sibTrans" presStyleLbl="sibTrans2D1" presStyleIdx="0" presStyleCnt="0"/>
      <dgm:spPr/>
    </dgm:pt>
    <dgm:pt modelId="{A7C97CBF-559E-46FD-82AE-0E2E7988E216}" type="pres">
      <dgm:prSet presAssocID="{E21A154F-5358-4042-9E53-DC643C43A216}" presName="compNode" presStyleCnt="0"/>
      <dgm:spPr/>
    </dgm:pt>
    <dgm:pt modelId="{22883753-AC39-4A6B-AA5F-1492BFAE6CF7}" type="pres">
      <dgm:prSet presAssocID="{E21A154F-5358-4042-9E53-DC643C43A216}" presName="iconBgRect" presStyleLbl="bgShp" presStyleIdx="2" presStyleCnt="4"/>
      <dgm:spPr/>
    </dgm:pt>
    <dgm:pt modelId="{902E6C65-CC35-4E1C-8CDC-B8A1A73B81C0}" type="pres">
      <dgm:prSet presAssocID="{E21A154F-5358-4042-9E53-DC643C43A21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Quotation Mark"/>
        </a:ext>
      </dgm:extLst>
    </dgm:pt>
    <dgm:pt modelId="{F3834DF2-8F7C-42D9-B78A-5F137C03649C}" type="pres">
      <dgm:prSet presAssocID="{E21A154F-5358-4042-9E53-DC643C43A216}" presName="spaceRect" presStyleCnt="0"/>
      <dgm:spPr/>
    </dgm:pt>
    <dgm:pt modelId="{2F1B8CC7-6BE5-4610-BF11-BB643702CA22}" type="pres">
      <dgm:prSet presAssocID="{E21A154F-5358-4042-9E53-DC643C43A216}" presName="textRect" presStyleLbl="revTx" presStyleIdx="2" presStyleCnt="4">
        <dgm:presLayoutVars>
          <dgm:chMax val="1"/>
          <dgm:chPref val="1"/>
        </dgm:presLayoutVars>
      </dgm:prSet>
      <dgm:spPr/>
    </dgm:pt>
    <dgm:pt modelId="{A533251E-4480-4BA3-AE93-DD8ECFEE8E6C}" type="pres">
      <dgm:prSet presAssocID="{90373AC1-058E-463A-9811-B214A834AA60}" presName="sibTrans" presStyleLbl="sibTrans2D1" presStyleIdx="0" presStyleCnt="0"/>
      <dgm:spPr/>
    </dgm:pt>
    <dgm:pt modelId="{117F617A-51AA-43CF-815A-EB2D7A944136}" type="pres">
      <dgm:prSet presAssocID="{FCAA24C8-085D-4D79-984C-8EA0508315B3}" presName="compNode" presStyleCnt="0"/>
      <dgm:spPr/>
    </dgm:pt>
    <dgm:pt modelId="{DC32C085-FFF0-4759-A6C5-33ACAB90B047}" type="pres">
      <dgm:prSet presAssocID="{FCAA24C8-085D-4D79-984C-8EA0508315B3}" presName="iconBgRect" presStyleLbl="bgShp" presStyleIdx="3" presStyleCnt="4"/>
      <dgm:spPr/>
    </dgm:pt>
    <dgm:pt modelId="{E58FCB26-ACD0-4B56-8B83-1587F401D22D}" type="pres">
      <dgm:prSet presAssocID="{FCAA24C8-085D-4D79-984C-8EA0508315B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FDE55740-5B9C-4E96-B9D9-AD8026665432}" type="pres">
      <dgm:prSet presAssocID="{FCAA24C8-085D-4D79-984C-8EA0508315B3}" presName="spaceRect" presStyleCnt="0"/>
      <dgm:spPr/>
    </dgm:pt>
    <dgm:pt modelId="{D254C42F-FF67-4703-9357-CD24CF48231C}" type="pres">
      <dgm:prSet presAssocID="{FCAA24C8-085D-4D79-984C-8EA0508315B3}" presName="textRect" presStyleLbl="revTx" presStyleIdx="3" presStyleCnt="4">
        <dgm:presLayoutVars>
          <dgm:chMax val="1"/>
          <dgm:chPref val="1"/>
        </dgm:presLayoutVars>
      </dgm:prSet>
      <dgm:spPr/>
    </dgm:pt>
  </dgm:ptLst>
  <dgm:cxnLst>
    <dgm:cxn modelId="{F356FD1D-3BE4-483D-B3F2-C7F747F3E57C}" type="presOf" srcId="{90373AC1-058E-463A-9811-B214A834AA60}" destId="{A533251E-4480-4BA3-AE93-DD8ECFEE8E6C}" srcOrd="0" destOrd="0" presId="urn:microsoft.com/office/officeart/2018/2/layout/IconCircleList"/>
    <dgm:cxn modelId="{2D78AD22-743B-4676-953A-83D5E89BC66F}" type="presOf" srcId="{C7C48377-8003-4BCE-86C2-F277625BBF70}" destId="{13083E09-488B-47A4-B597-51033C40D8EF}" srcOrd="0" destOrd="0" presId="urn:microsoft.com/office/officeart/2018/2/layout/IconCircleList"/>
    <dgm:cxn modelId="{51ED8E2B-0FD8-4C8C-8BFC-59571CEDE761}" type="presOf" srcId="{925AF39C-6000-4637-899F-09C419B1FA33}" destId="{7321E099-5FA6-40DA-8C8A-4DE2B3BE72AA}" srcOrd="0" destOrd="0" presId="urn:microsoft.com/office/officeart/2018/2/layout/IconCircleList"/>
    <dgm:cxn modelId="{4C2A9133-1DED-41EA-A1D5-27AFA9AFE311}" type="presOf" srcId="{E68CEB99-7C03-405E-93FD-5863CACEA851}" destId="{3DBE27AE-0546-4B75-AF83-155C8504F220}" srcOrd="0" destOrd="0" presId="urn:microsoft.com/office/officeart/2018/2/layout/IconCircleList"/>
    <dgm:cxn modelId="{E918F943-6F28-4E90-ADBE-9231FF5D958B}" type="presOf" srcId="{E21A154F-5358-4042-9E53-DC643C43A216}" destId="{2F1B8CC7-6BE5-4610-BF11-BB643702CA22}" srcOrd="0" destOrd="0" presId="urn:microsoft.com/office/officeart/2018/2/layout/IconCircleList"/>
    <dgm:cxn modelId="{F3C1E271-FD2A-4819-8061-D91EFCFE4957}" type="presOf" srcId="{7BC7C510-EEBE-4FD9-8366-EB0DE492EA72}" destId="{3A46A7FD-461D-401E-A8AA-572CADDF5EF3}" srcOrd="0" destOrd="0" presId="urn:microsoft.com/office/officeart/2018/2/layout/IconCircleList"/>
    <dgm:cxn modelId="{77271F9F-FC8A-4F59-A22C-02C0A7787441}" srcId="{DBC15361-5F19-42F3-A692-675BF32F0B4E}" destId="{925AF39C-6000-4637-899F-09C419B1FA33}" srcOrd="1" destOrd="0" parTransId="{C5EC3DF1-3345-454A-8FFE-8ECD39CCE501}" sibTransId="{C7C48377-8003-4BCE-86C2-F277625BBF70}"/>
    <dgm:cxn modelId="{0EFAB79F-5472-45F9-BB47-E35C698ABA15}" srcId="{DBC15361-5F19-42F3-A692-675BF32F0B4E}" destId="{FCAA24C8-085D-4D79-984C-8EA0508315B3}" srcOrd="3" destOrd="0" parTransId="{3D050C94-F52C-4745-9295-0238AEF87673}" sibTransId="{191A87AA-F3CC-4F5F-9584-51816385D8CC}"/>
    <dgm:cxn modelId="{E5F3FABA-FE7F-4F07-8C32-63A7A1FC0FC7}" type="presOf" srcId="{FCAA24C8-085D-4D79-984C-8EA0508315B3}" destId="{D254C42F-FF67-4703-9357-CD24CF48231C}" srcOrd="0" destOrd="0" presId="urn:microsoft.com/office/officeart/2018/2/layout/IconCircleList"/>
    <dgm:cxn modelId="{C8D3E7CC-505A-4A67-8CC3-12EEAB5A69E5}" type="presOf" srcId="{DBC15361-5F19-42F3-A692-675BF32F0B4E}" destId="{45A5EA09-E208-4FC4-9F41-B39C9DD680F0}" srcOrd="0" destOrd="0" presId="urn:microsoft.com/office/officeart/2018/2/layout/IconCircleList"/>
    <dgm:cxn modelId="{3ADABCD3-D5B3-4801-9DA2-9F2F62A769CC}" srcId="{DBC15361-5F19-42F3-A692-675BF32F0B4E}" destId="{E21A154F-5358-4042-9E53-DC643C43A216}" srcOrd="2" destOrd="0" parTransId="{50B52522-D5E8-437F-BACA-63573067AFAC}" sibTransId="{90373AC1-058E-463A-9811-B214A834AA60}"/>
    <dgm:cxn modelId="{16049CE3-1CC6-4290-AD97-2B334F6D530F}" srcId="{DBC15361-5F19-42F3-A692-675BF32F0B4E}" destId="{E68CEB99-7C03-405E-93FD-5863CACEA851}" srcOrd="0" destOrd="0" parTransId="{3E118593-5F55-4C30-A46E-4599A5767699}" sibTransId="{7BC7C510-EEBE-4FD9-8366-EB0DE492EA72}"/>
    <dgm:cxn modelId="{078551EC-9366-4615-AD3F-113CF9E657A6}" type="presParOf" srcId="{45A5EA09-E208-4FC4-9F41-B39C9DD680F0}" destId="{6D987E4A-BEE0-413B-9371-4AF87E138589}" srcOrd="0" destOrd="0" presId="urn:microsoft.com/office/officeart/2018/2/layout/IconCircleList"/>
    <dgm:cxn modelId="{3D108A56-FBD7-46D1-83FB-C7D137AA9C2C}" type="presParOf" srcId="{6D987E4A-BEE0-413B-9371-4AF87E138589}" destId="{8FC41654-DADD-4DAF-85D5-94626C39020D}" srcOrd="0" destOrd="0" presId="urn:microsoft.com/office/officeart/2018/2/layout/IconCircleList"/>
    <dgm:cxn modelId="{4326FF9A-8DEA-4B37-AFBC-66CE6A264071}" type="presParOf" srcId="{8FC41654-DADD-4DAF-85D5-94626C39020D}" destId="{994DE9CF-422C-4301-9FB4-F5BB21DFE2C7}" srcOrd="0" destOrd="0" presId="urn:microsoft.com/office/officeart/2018/2/layout/IconCircleList"/>
    <dgm:cxn modelId="{0D5E5C46-5F9C-4C25-962D-3A0C29EDCEDD}" type="presParOf" srcId="{8FC41654-DADD-4DAF-85D5-94626C39020D}" destId="{F0884D96-2C13-414A-9388-137610CE798E}" srcOrd="1" destOrd="0" presId="urn:microsoft.com/office/officeart/2018/2/layout/IconCircleList"/>
    <dgm:cxn modelId="{91EE5895-1D9D-419A-AE95-E54549B0ADF8}" type="presParOf" srcId="{8FC41654-DADD-4DAF-85D5-94626C39020D}" destId="{1C822F42-A1AC-43EB-9FDF-77EDEAAE87DC}" srcOrd="2" destOrd="0" presId="urn:microsoft.com/office/officeart/2018/2/layout/IconCircleList"/>
    <dgm:cxn modelId="{5BF0A361-2DC5-4697-8163-31C894052B8D}" type="presParOf" srcId="{8FC41654-DADD-4DAF-85D5-94626C39020D}" destId="{3DBE27AE-0546-4B75-AF83-155C8504F220}" srcOrd="3" destOrd="0" presId="urn:microsoft.com/office/officeart/2018/2/layout/IconCircleList"/>
    <dgm:cxn modelId="{3E5D293D-77F6-430B-8784-4181A08794B6}" type="presParOf" srcId="{6D987E4A-BEE0-413B-9371-4AF87E138589}" destId="{3A46A7FD-461D-401E-A8AA-572CADDF5EF3}" srcOrd="1" destOrd="0" presId="urn:microsoft.com/office/officeart/2018/2/layout/IconCircleList"/>
    <dgm:cxn modelId="{0B27E784-BC37-4240-A9A2-6536C1BCBDF7}" type="presParOf" srcId="{6D987E4A-BEE0-413B-9371-4AF87E138589}" destId="{CF60860A-4F2A-454D-8F52-2E1E5FAFB195}" srcOrd="2" destOrd="0" presId="urn:microsoft.com/office/officeart/2018/2/layout/IconCircleList"/>
    <dgm:cxn modelId="{C8E7C50B-53BB-49A2-9071-592F55B561CC}" type="presParOf" srcId="{CF60860A-4F2A-454D-8F52-2E1E5FAFB195}" destId="{856A83B7-E057-46E5-B0A7-73DC97187F89}" srcOrd="0" destOrd="0" presId="urn:microsoft.com/office/officeart/2018/2/layout/IconCircleList"/>
    <dgm:cxn modelId="{247B2863-75A1-4D7B-8910-EABD910C4AB3}" type="presParOf" srcId="{CF60860A-4F2A-454D-8F52-2E1E5FAFB195}" destId="{9FEBEC32-D460-4B00-92FF-75372BC408BC}" srcOrd="1" destOrd="0" presId="urn:microsoft.com/office/officeart/2018/2/layout/IconCircleList"/>
    <dgm:cxn modelId="{05B88622-8504-4B26-A913-E0BFC2EDC7E3}" type="presParOf" srcId="{CF60860A-4F2A-454D-8F52-2E1E5FAFB195}" destId="{66E9B753-90AC-4067-8D74-C2C2F52FE383}" srcOrd="2" destOrd="0" presId="urn:microsoft.com/office/officeart/2018/2/layout/IconCircleList"/>
    <dgm:cxn modelId="{85560403-9534-4E37-9162-A54B60154701}" type="presParOf" srcId="{CF60860A-4F2A-454D-8F52-2E1E5FAFB195}" destId="{7321E099-5FA6-40DA-8C8A-4DE2B3BE72AA}" srcOrd="3" destOrd="0" presId="urn:microsoft.com/office/officeart/2018/2/layout/IconCircleList"/>
    <dgm:cxn modelId="{92953158-27A3-4D5B-88FC-05F27B2810F2}" type="presParOf" srcId="{6D987E4A-BEE0-413B-9371-4AF87E138589}" destId="{13083E09-488B-47A4-B597-51033C40D8EF}" srcOrd="3" destOrd="0" presId="urn:microsoft.com/office/officeart/2018/2/layout/IconCircleList"/>
    <dgm:cxn modelId="{856DC68E-3C90-4695-BD30-D36F06FB82C7}" type="presParOf" srcId="{6D987E4A-BEE0-413B-9371-4AF87E138589}" destId="{A7C97CBF-559E-46FD-82AE-0E2E7988E216}" srcOrd="4" destOrd="0" presId="urn:microsoft.com/office/officeart/2018/2/layout/IconCircleList"/>
    <dgm:cxn modelId="{4CB9C250-8547-4FF3-981B-985C46423B37}" type="presParOf" srcId="{A7C97CBF-559E-46FD-82AE-0E2E7988E216}" destId="{22883753-AC39-4A6B-AA5F-1492BFAE6CF7}" srcOrd="0" destOrd="0" presId="urn:microsoft.com/office/officeart/2018/2/layout/IconCircleList"/>
    <dgm:cxn modelId="{A62D05AC-1FA1-454A-8C1D-E2119210A8C5}" type="presParOf" srcId="{A7C97CBF-559E-46FD-82AE-0E2E7988E216}" destId="{902E6C65-CC35-4E1C-8CDC-B8A1A73B81C0}" srcOrd="1" destOrd="0" presId="urn:microsoft.com/office/officeart/2018/2/layout/IconCircleList"/>
    <dgm:cxn modelId="{A470D259-8949-499D-A24D-7C2FE92933E3}" type="presParOf" srcId="{A7C97CBF-559E-46FD-82AE-0E2E7988E216}" destId="{F3834DF2-8F7C-42D9-B78A-5F137C03649C}" srcOrd="2" destOrd="0" presId="urn:microsoft.com/office/officeart/2018/2/layout/IconCircleList"/>
    <dgm:cxn modelId="{7055DA88-7533-40A7-B7A2-6E509530E47C}" type="presParOf" srcId="{A7C97CBF-559E-46FD-82AE-0E2E7988E216}" destId="{2F1B8CC7-6BE5-4610-BF11-BB643702CA22}" srcOrd="3" destOrd="0" presId="urn:microsoft.com/office/officeart/2018/2/layout/IconCircleList"/>
    <dgm:cxn modelId="{EDDFE844-713A-497D-8072-7B66CE3B9C34}" type="presParOf" srcId="{6D987E4A-BEE0-413B-9371-4AF87E138589}" destId="{A533251E-4480-4BA3-AE93-DD8ECFEE8E6C}" srcOrd="5" destOrd="0" presId="urn:microsoft.com/office/officeart/2018/2/layout/IconCircleList"/>
    <dgm:cxn modelId="{83228A15-D0A7-45BF-9AB6-BF43866773EC}" type="presParOf" srcId="{6D987E4A-BEE0-413B-9371-4AF87E138589}" destId="{117F617A-51AA-43CF-815A-EB2D7A944136}" srcOrd="6" destOrd="0" presId="urn:microsoft.com/office/officeart/2018/2/layout/IconCircleList"/>
    <dgm:cxn modelId="{5076967D-EB36-47CD-87E4-005217F74632}" type="presParOf" srcId="{117F617A-51AA-43CF-815A-EB2D7A944136}" destId="{DC32C085-FFF0-4759-A6C5-33ACAB90B047}" srcOrd="0" destOrd="0" presId="urn:microsoft.com/office/officeart/2018/2/layout/IconCircleList"/>
    <dgm:cxn modelId="{6CC86594-379F-4535-BB19-BA0C857BF7B5}" type="presParOf" srcId="{117F617A-51AA-43CF-815A-EB2D7A944136}" destId="{E58FCB26-ACD0-4B56-8B83-1587F401D22D}" srcOrd="1" destOrd="0" presId="urn:microsoft.com/office/officeart/2018/2/layout/IconCircleList"/>
    <dgm:cxn modelId="{A30F8264-4669-45FB-9E23-8FF38A951738}" type="presParOf" srcId="{117F617A-51AA-43CF-815A-EB2D7A944136}" destId="{FDE55740-5B9C-4E96-B9D9-AD8026665432}" srcOrd="2" destOrd="0" presId="urn:microsoft.com/office/officeart/2018/2/layout/IconCircleList"/>
    <dgm:cxn modelId="{90B04349-2209-4A0E-8741-2D79BE5627D8}" type="presParOf" srcId="{117F617A-51AA-43CF-815A-EB2D7A944136}" destId="{D254C42F-FF67-4703-9357-CD24CF48231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4DE9CF-422C-4301-9FB4-F5BB21DFE2C7}">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884D96-2C13-414A-9388-137610CE798E}">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BE27AE-0546-4B75-AF83-155C8504F220}">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The primary title  is the </a:t>
          </a:r>
          <a:r>
            <a:rPr lang="en-US" sz="1400" u="sng" kern="1200"/>
            <a:t>Driving Innovation through Diversity.</a:t>
          </a:r>
          <a:endParaRPr lang="en-US" sz="1400" kern="1200"/>
        </a:p>
      </dsp:txBody>
      <dsp:txXfrm>
        <a:off x="1948202" y="368029"/>
        <a:ext cx="3233964" cy="1371985"/>
      </dsp:txXfrm>
    </dsp:sp>
    <dsp:sp modelId="{856A83B7-E057-46E5-B0A7-73DC97187F89}">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EBEC32-D460-4B00-92FF-75372BC408BC}">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21E099-5FA6-40DA-8C8A-4DE2B3BE72AA}">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The tagline is the </a:t>
          </a:r>
          <a:r>
            <a:rPr lang="en-US" sz="1400" u="sng" kern="1200"/>
            <a:t>Harnessing Worldwide Perspectives for Technological.</a:t>
          </a:r>
          <a:endParaRPr lang="en-US" sz="1400" kern="1200"/>
        </a:p>
      </dsp:txBody>
      <dsp:txXfrm>
        <a:off x="7411643" y="368029"/>
        <a:ext cx="3233964" cy="1371985"/>
      </dsp:txXfrm>
    </dsp:sp>
    <dsp:sp modelId="{22883753-AC39-4A6B-AA5F-1492BFAE6CF7}">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2E6C65-CC35-4E1C-8CDC-B8A1A73B81C0}">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1B8CC7-6BE5-4610-BF11-BB643702CA22}">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Excellence It is recommended to highlight the following keyword phrases: the word "innovation," "cultural diversity," "Cooperation," and "Global Perspectives" (Davis, 2021).</a:t>
          </a:r>
        </a:p>
      </dsp:txBody>
      <dsp:txXfrm>
        <a:off x="1948202" y="2452790"/>
        <a:ext cx="3233964" cy="1371985"/>
      </dsp:txXfrm>
    </dsp:sp>
    <dsp:sp modelId="{DC32C085-FFF0-4759-A6C5-33ACAB90B047}">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8FCB26-ACD0-4B56-8B83-1587F401D22D}">
      <dsp:nvSpPr>
        <dsp:cNvPr id="0" name=""/>
        <dsp:cNvSpPr/>
      </dsp:nvSpPr>
      <dsp:spPr>
        <a:xfrm>
          <a:off x="6033778" y="2740907"/>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54C42F-FF67-4703-9357-CD24CF48231C}">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Vision Statement: </a:t>
          </a:r>
          <a:r>
            <a:rPr lang="en-US" sz="1400" u="sng" kern="1200"/>
            <a:t>To generate creative ideas and cultivate a working environment that is consistent with the principles of our business objectives goals, our information technology staff makes use of the strength of varied viewpoints.</a:t>
          </a:r>
          <a:endParaRPr lang="en-US" sz="1400" kern="1200"/>
        </a:p>
      </dsp:txBody>
      <dsp:txXfrm>
        <a:off x="7411643" y="2452790"/>
        <a:ext cx="3233964" cy="137198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A82005-52A8-4B7B-9D6C-A5A6995874AA}" type="datetimeFigureOut">
              <a:rPr lang="en-AU" smtClean="0"/>
              <a:t>11/09/2024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DDC4B6-C7F7-4EAC-BFC4-FC642EEBB938}" type="slidenum">
              <a:rPr lang="en-AU" smtClean="0"/>
              <a:t>‹#›</a:t>
            </a:fld>
            <a:endParaRPr lang="en-AU"/>
          </a:p>
        </p:txBody>
      </p:sp>
    </p:spTree>
    <p:extLst>
      <p:ext uri="{BB962C8B-B14F-4D97-AF65-F5344CB8AC3E}">
        <p14:creationId xmlns:p14="http://schemas.microsoft.com/office/powerpoint/2010/main" val="99146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6E33-DF55-5737-6D7C-55A2796487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ECD99CE-3CCB-F252-43D5-1AEFE1D55E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862309A5-926B-4599-22E2-199DEA17EC5E}"/>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5" name="Footer Placeholder 4">
            <a:extLst>
              <a:ext uri="{FF2B5EF4-FFF2-40B4-BE49-F238E27FC236}">
                <a16:creationId xmlns:a16="http://schemas.microsoft.com/office/drawing/2014/main" id="{BC386153-8B7B-5896-5FFC-2221B302789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B1A2C2A-F5A1-B0F5-3D26-BF7A905FCD42}"/>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3077956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BEA52-DE1F-C6A4-6A4C-1D0D8C0C15E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7CE18C0-B0D8-B3E8-6F33-2F4B208DDD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DC2FF67-77E3-1871-1DFF-2105BFA516AA}"/>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5" name="Footer Placeholder 4">
            <a:extLst>
              <a:ext uri="{FF2B5EF4-FFF2-40B4-BE49-F238E27FC236}">
                <a16:creationId xmlns:a16="http://schemas.microsoft.com/office/drawing/2014/main" id="{156111FD-D8E6-63AF-399E-84EBCCF5F22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86C4ACE-7DF3-D70E-2C09-F3514CE389FE}"/>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276370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C2930-9544-C3E2-07B5-44958141E5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A988BEAE-45B8-DD6E-A5B0-D01F235AD5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03F214-BFC2-6F98-4C45-AE4D9003C623}"/>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5" name="Footer Placeholder 4">
            <a:extLst>
              <a:ext uri="{FF2B5EF4-FFF2-40B4-BE49-F238E27FC236}">
                <a16:creationId xmlns:a16="http://schemas.microsoft.com/office/drawing/2014/main" id="{14D86D26-2206-33CE-2B3D-442B0242340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74A267B-9357-0BF4-2C5C-0D4BCAFECE46}"/>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2368050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24A6C-1192-ED25-A7A9-B1D027F03FC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EA843F1-DEDB-E9C7-BA97-81D748187B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AA69C4F-CA59-192B-72AC-2C754056AC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A180B7B-56A4-8A91-A50F-5134F2BB4A7F}"/>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6" name="Footer Placeholder 5">
            <a:extLst>
              <a:ext uri="{FF2B5EF4-FFF2-40B4-BE49-F238E27FC236}">
                <a16:creationId xmlns:a16="http://schemas.microsoft.com/office/drawing/2014/main" id="{336B5354-37EE-3A46-AAD7-1D5C765CFC8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57D465B-A750-EE82-CF8C-41EF0897B20B}"/>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2409206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273C1-8D36-DB19-79A4-8D2CBA4B1CE4}"/>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B2FBC65-5AC8-1777-49E7-381868C508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4F1EC4-53EC-1A5D-C497-0EE0E78719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FAD53F1C-7BED-9EC1-3D03-D5026745B7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289CA9-FEA2-DD74-8E4C-9DAD40E5DB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96027B67-64EA-F1B6-328F-F47233770438}"/>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8" name="Footer Placeholder 7">
            <a:extLst>
              <a:ext uri="{FF2B5EF4-FFF2-40B4-BE49-F238E27FC236}">
                <a16:creationId xmlns:a16="http://schemas.microsoft.com/office/drawing/2014/main" id="{E16B66C8-5612-E6C8-FDA0-DC7C46CF47C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D8EAC97-E667-D48B-C8F1-395F2A015422}"/>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4160540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6D5A9-23D1-EAF7-6F0B-DCD39261448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DEECCCF-92FC-4714-3E82-1F255BFA5A55}"/>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4" name="Footer Placeholder 3">
            <a:extLst>
              <a:ext uri="{FF2B5EF4-FFF2-40B4-BE49-F238E27FC236}">
                <a16:creationId xmlns:a16="http://schemas.microsoft.com/office/drawing/2014/main" id="{1CE3683D-5B0B-4358-7A43-FF2B95EE3C5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49DAB2D-68AC-F3F1-5B3B-C0C80BB40BBE}"/>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3677691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D6E9B9-A0B2-E5B4-15B9-6AE503F772DE}"/>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3" name="Footer Placeholder 2">
            <a:extLst>
              <a:ext uri="{FF2B5EF4-FFF2-40B4-BE49-F238E27FC236}">
                <a16:creationId xmlns:a16="http://schemas.microsoft.com/office/drawing/2014/main" id="{BC3A3BFA-3F55-685C-DFE9-A81780C9EE0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45495EB-1211-EE56-2287-2AD925691F77}"/>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3004796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2A146-6A9C-A1C7-2C27-50140FE61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7FCC9BD-1AA4-F189-AF9C-6F82184EED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A966220-50EC-3D66-835C-F551923E23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9BD0CA-E0E9-3736-5B24-64A12C7EB4A4}"/>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6" name="Footer Placeholder 5">
            <a:extLst>
              <a:ext uri="{FF2B5EF4-FFF2-40B4-BE49-F238E27FC236}">
                <a16:creationId xmlns:a16="http://schemas.microsoft.com/office/drawing/2014/main" id="{A981F8B2-8600-009D-16F0-81D9F384117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99FF625-2FDE-721E-3325-431C71403ECD}"/>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2485828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1B94A-D4DD-799A-616F-79F59F0FD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0A26A96-06FC-3D5B-5A18-ADD08FA3DA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48854B73-B712-7000-B272-3810F7BB95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E8B79A-E280-32A7-6EE9-2B702FBE228C}"/>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6" name="Footer Placeholder 5">
            <a:extLst>
              <a:ext uri="{FF2B5EF4-FFF2-40B4-BE49-F238E27FC236}">
                <a16:creationId xmlns:a16="http://schemas.microsoft.com/office/drawing/2014/main" id="{C6DBEFF4-2E76-434B-1BC3-00DD0C58072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84C32AE-E1D0-B6A2-1981-B7C30687617C}"/>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1983140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EF143-CFAC-EE0F-8AB4-ABFAA8F25EA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26D4993-F410-8944-39C9-ED9190C88C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E13AAF1-E604-DE15-48A1-0665CAD993D3}"/>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5" name="Footer Placeholder 4">
            <a:extLst>
              <a:ext uri="{FF2B5EF4-FFF2-40B4-BE49-F238E27FC236}">
                <a16:creationId xmlns:a16="http://schemas.microsoft.com/office/drawing/2014/main" id="{27B73016-2CDF-A23C-3B57-F679AF3D1E0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8C55CD-7B70-659A-A414-FF205C670CF4}"/>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307850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73FA6B-FC62-E14E-0FE0-C7738D02C9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CF6F2A3-F542-C2C0-9916-B58F1C801E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DE88BB7-3A58-E5E3-A198-144139D5CC91}"/>
              </a:ext>
            </a:extLst>
          </p:cNvPr>
          <p:cNvSpPr>
            <a:spLocks noGrp="1"/>
          </p:cNvSpPr>
          <p:nvPr>
            <p:ph type="dt" sz="half" idx="10"/>
          </p:nvPr>
        </p:nvSpPr>
        <p:spPr/>
        <p:txBody>
          <a:bodyPr/>
          <a:lstStyle/>
          <a:p>
            <a:fld id="{FA031926-B256-467A-81C3-AD38A00DFB77}" type="datetimeFigureOut">
              <a:rPr lang="en-AU" smtClean="0"/>
              <a:t>10/09/2024</a:t>
            </a:fld>
            <a:endParaRPr lang="en-AU"/>
          </a:p>
        </p:txBody>
      </p:sp>
      <p:sp>
        <p:nvSpPr>
          <p:cNvPr id="5" name="Footer Placeholder 4">
            <a:extLst>
              <a:ext uri="{FF2B5EF4-FFF2-40B4-BE49-F238E27FC236}">
                <a16:creationId xmlns:a16="http://schemas.microsoft.com/office/drawing/2014/main" id="{F3F61612-DFEE-B7EF-BDED-29B6F154160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5B435B7-9ACE-AA61-0F04-CD26F79BE295}"/>
              </a:ext>
            </a:extLst>
          </p:cNvPr>
          <p:cNvSpPr>
            <a:spLocks noGrp="1"/>
          </p:cNvSpPr>
          <p:nvPr>
            <p:ph type="sldNum" sz="quarter" idx="12"/>
          </p:nvPr>
        </p:nvSpPr>
        <p:spPr/>
        <p:txBody>
          <a:bodyPr/>
          <a:lstStyle/>
          <a:p>
            <a:fld id="{27141B80-1D3E-43DD-B0EF-C15770A06564}" type="slidenum">
              <a:rPr lang="en-AU" smtClean="0"/>
              <a:t>‹#›</a:t>
            </a:fld>
            <a:endParaRPr lang="en-AU"/>
          </a:p>
        </p:txBody>
      </p:sp>
    </p:spTree>
    <p:extLst>
      <p:ext uri="{BB962C8B-B14F-4D97-AF65-F5344CB8AC3E}">
        <p14:creationId xmlns:p14="http://schemas.microsoft.com/office/powerpoint/2010/main" val="2845268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56C3A7-DACC-2CBB-5612-AC3CDC8D76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A24B7C2-105A-E16E-4F71-DCA1D5F9D6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1086E15-9A3B-26FB-379C-E3BBD800F3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031926-B256-467A-81C3-AD38A00DFB77}" type="datetimeFigureOut">
              <a:rPr lang="en-AU" smtClean="0"/>
              <a:t>10/09/2024</a:t>
            </a:fld>
            <a:endParaRPr lang="en-AU"/>
          </a:p>
        </p:txBody>
      </p:sp>
      <p:sp>
        <p:nvSpPr>
          <p:cNvPr id="5" name="Footer Placeholder 4">
            <a:extLst>
              <a:ext uri="{FF2B5EF4-FFF2-40B4-BE49-F238E27FC236}">
                <a16:creationId xmlns:a16="http://schemas.microsoft.com/office/drawing/2014/main" id="{0D49A7FE-9939-EE1F-C283-0BA30721D2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95D49E6A-C3A7-B55A-7D50-14F16166B6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141B80-1D3E-43DD-B0EF-C15770A06564}" type="slidenum">
              <a:rPr lang="en-AU" smtClean="0"/>
              <a:t>‹#›</a:t>
            </a:fld>
            <a:endParaRPr lang="en-AU"/>
          </a:p>
        </p:txBody>
      </p:sp>
    </p:spTree>
    <p:extLst>
      <p:ext uri="{BB962C8B-B14F-4D97-AF65-F5344CB8AC3E}">
        <p14:creationId xmlns:p14="http://schemas.microsoft.com/office/powerpoint/2010/main" val="3681390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C5ADDE1-C483-F11D-149F-FBF6D5D3F2FF}"/>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Project: Create a Vision for a Diverse IT Team</a:t>
            </a:r>
            <a:endParaRPr lang="en-AU" sz="4800">
              <a:solidFill>
                <a:srgbClr val="FFFFFF"/>
              </a:solidFill>
            </a:endParaRPr>
          </a:p>
        </p:txBody>
      </p:sp>
      <p:sp>
        <p:nvSpPr>
          <p:cNvPr id="63" name="Rectangle 62">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BDA4819-2DEF-57B1-8A2F-45059689A9AC}"/>
              </a:ext>
            </a:extLst>
          </p:cNvPr>
          <p:cNvSpPr>
            <a:spLocks noGrp="1"/>
          </p:cNvSpPr>
          <p:nvPr>
            <p:ph type="subTitle" idx="1"/>
          </p:nvPr>
        </p:nvSpPr>
        <p:spPr>
          <a:xfrm>
            <a:off x="1931874" y="4797188"/>
            <a:ext cx="6051236" cy="1241828"/>
          </a:xfrm>
        </p:spPr>
        <p:txBody>
          <a:bodyPr>
            <a:normAutofit/>
          </a:bodyPr>
          <a:lstStyle/>
          <a:p>
            <a:pPr algn="r"/>
            <a:r>
              <a:rPr lang="en-AU" sz="1700">
                <a:solidFill>
                  <a:srgbClr val="FFFFFF"/>
                </a:solidFill>
              </a:rPr>
              <a:t>Student Name: Varsha ben Chaudhary</a:t>
            </a:r>
          </a:p>
          <a:p>
            <a:pPr algn="r"/>
            <a:r>
              <a:rPr lang="en-AU" sz="1700">
                <a:solidFill>
                  <a:srgbClr val="FFFFFF"/>
                </a:solidFill>
              </a:rPr>
              <a:t>Subject: Information Technology Filed Experience</a:t>
            </a:r>
          </a:p>
          <a:p>
            <a:pPr algn="r"/>
            <a:r>
              <a:rPr lang="en-AU" sz="1700">
                <a:solidFill>
                  <a:srgbClr val="FFFFFF"/>
                </a:solidFill>
              </a:rPr>
              <a:t>Assignment: </a:t>
            </a:r>
            <a:r>
              <a:rPr lang="en-US" sz="1700">
                <a:solidFill>
                  <a:srgbClr val="FFFFFF"/>
                </a:solidFill>
              </a:rPr>
              <a:t>Project, Create a Vision for a Diverse IT Team</a:t>
            </a:r>
            <a:endParaRPr lang="en-AU" sz="1700">
              <a:solidFill>
                <a:srgbClr val="FFFFFF"/>
              </a:solidFill>
            </a:endParaRPr>
          </a:p>
        </p:txBody>
      </p:sp>
      <p:sp>
        <p:nvSpPr>
          <p:cNvPr id="64" name="Rectangle 63">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4873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7" name="TextBox 2">
            <a:extLst>
              <a:ext uri="{FF2B5EF4-FFF2-40B4-BE49-F238E27FC236}">
                <a16:creationId xmlns:a16="http://schemas.microsoft.com/office/drawing/2014/main" id="{922C814B-DCD2-ED05-6B75-2ED6B1F85354}"/>
              </a:ext>
            </a:extLst>
          </p:cNvPr>
          <p:cNvGraphicFramePr/>
          <p:nvPr>
            <p:extLst>
              <p:ext uri="{D42A27DB-BD31-4B8C-83A1-F6EECF244321}">
                <p14:modId xmlns:p14="http://schemas.microsoft.com/office/powerpoint/2010/main" val="291003259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7969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oup of people standing around a globe&#10;&#10;Description automatically generated">
            <a:extLst>
              <a:ext uri="{FF2B5EF4-FFF2-40B4-BE49-F238E27FC236}">
                <a16:creationId xmlns:a16="http://schemas.microsoft.com/office/drawing/2014/main" id="{47C10044-B7ED-5BD2-9C03-FE494B2B699E}"/>
              </a:ext>
            </a:extLst>
          </p:cNvPr>
          <p:cNvPicPr>
            <a:picLocks noChangeAspect="1"/>
          </p:cNvPicPr>
          <p:nvPr/>
        </p:nvPicPr>
        <p:blipFill>
          <a:blip r:embed="rId2">
            <a:extLst>
              <a:ext uri="{28A0092B-C50C-407E-A947-70E740481C1C}">
                <a14:useLocalDpi xmlns:a14="http://schemas.microsoft.com/office/drawing/2010/main" val="0"/>
              </a:ext>
            </a:extLst>
          </a:blip>
          <a:srcRect t="7943"/>
          <a:stretch/>
        </p:blipFill>
        <p:spPr>
          <a:xfrm>
            <a:off x="457200" y="457200"/>
            <a:ext cx="11277600" cy="5943600"/>
          </a:xfrm>
          <a:prstGeom prst="rect">
            <a:avLst/>
          </a:prstGeom>
        </p:spPr>
      </p:pic>
    </p:spTree>
    <p:extLst>
      <p:ext uri="{BB962C8B-B14F-4D97-AF65-F5344CB8AC3E}">
        <p14:creationId xmlns:p14="http://schemas.microsoft.com/office/powerpoint/2010/main" val="3796263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EF30DA-472C-8EE7-F0F9-B931A0804046}"/>
              </a:ext>
            </a:extLst>
          </p:cNvPr>
          <p:cNvSpPr txBox="1"/>
          <p:nvPr/>
        </p:nvSpPr>
        <p:spPr>
          <a:xfrm>
            <a:off x="775063" y="496390"/>
            <a:ext cx="10180320" cy="6278642"/>
          </a:xfrm>
          <a:prstGeom prst="rect">
            <a:avLst/>
          </a:prstGeom>
          <a:noFill/>
        </p:spPr>
        <p:txBody>
          <a:bodyPr wrap="square">
            <a:spAutoFit/>
          </a:bodyPr>
          <a:lstStyle/>
          <a:p>
            <a:r>
              <a:rPr lang="en-US" sz="2400" dirty="0"/>
              <a:t>Explanation:</a:t>
            </a:r>
          </a:p>
          <a:p>
            <a:endParaRPr lang="en-US" dirty="0"/>
          </a:p>
          <a:p>
            <a:r>
              <a:rPr lang="en-US" dirty="0"/>
              <a:t>The world map and color gradient on the vision poster represent the IT team's global reach and dynamic dynamism. The integration of varied perspectives and the spirit of collaboration necessary for invention are highlighted when a diverse team making use of technology is present (Smith &amp; Johnson, 2019). The connection of technology and teamwork is visually represented by icons that stand for unity and tech (Miller, 2022; Lee &amp; Brown, 2018). Bright colors are used to draw attention and demonstrate the team's inclusivity and inventiveness (White &amp; Green, 2023).</a:t>
            </a:r>
          </a:p>
          <a:p>
            <a:endParaRPr lang="en-US" dirty="0"/>
          </a:p>
          <a:p>
            <a:r>
              <a:rPr lang="en-US" dirty="0"/>
              <a:t>This design exemplifies how utilizing a variety of perspective fosters innovative solution-seeking and is consistent with the organization's overarching objectives of technological excellence. The team promotes success and advances organizational goals by appreciating different viewpoints and encouraging teamwork (Davis, 2021).</a:t>
            </a:r>
          </a:p>
          <a:p>
            <a:endParaRPr lang="en-US" dirty="0"/>
          </a:p>
          <a:p>
            <a:r>
              <a:rPr lang="en-US" dirty="0"/>
              <a:t>A multicultural staff can also give you a competitive edge by bringing a wider range of viewpoints and thoughts to the table. We can create answers that become more inclusive, approachable, and pertinent to a larger spectrum of clients by comprehending the subtle differences between cultural contexts and collaborating skillfully.</a:t>
            </a:r>
          </a:p>
          <a:p>
            <a:endParaRPr lang="en-US" dirty="0"/>
          </a:p>
          <a:p>
            <a:r>
              <a:rPr lang="en-US" dirty="0"/>
              <a:t>In summary, we believe that a variety of backgrounds is a strength rather than a problem, and this is the foundation of our goals for a global IT workforce. We build a more creative, cooperative, and welcoming workplace that promotes organizational success when we embrace diversity.</a:t>
            </a:r>
            <a:endParaRPr lang="en-AU" dirty="0"/>
          </a:p>
        </p:txBody>
      </p:sp>
    </p:spTree>
    <p:extLst>
      <p:ext uri="{BB962C8B-B14F-4D97-AF65-F5344CB8AC3E}">
        <p14:creationId xmlns:p14="http://schemas.microsoft.com/office/powerpoint/2010/main" val="2090745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1C57CB-814C-C878-DA09-C55759F78105}"/>
              </a:ext>
            </a:extLst>
          </p:cNvPr>
          <p:cNvSpPr txBox="1"/>
          <p:nvPr/>
        </p:nvSpPr>
        <p:spPr>
          <a:xfrm>
            <a:off x="627017" y="391887"/>
            <a:ext cx="11164390" cy="4339650"/>
          </a:xfrm>
          <a:prstGeom prst="rect">
            <a:avLst/>
          </a:prstGeom>
          <a:noFill/>
        </p:spPr>
        <p:txBody>
          <a:bodyPr wrap="square">
            <a:spAutoFit/>
          </a:bodyPr>
          <a:lstStyle/>
          <a:p>
            <a:r>
              <a:rPr lang="en-US" sz="2400" dirty="0"/>
              <a:t>References:</a:t>
            </a:r>
          </a:p>
          <a:p>
            <a:endParaRPr lang="en-US" dirty="0"/>
          </a:p>
          <a:p>
            <a:r>
              <a:rPr lang="en-US" dirty="0"/>
              <a:t>Davis, J. (2021). Harnessing diversity for innovation. Tech Forward Publishing.</a:t>
            </a:r>
          </a:p>
          <a:p>
            <a:endParaRPr lang="en-US" dirty="0"/>
          </a:p>
          <a:p>
            <a:r>
              <a:rPr lang="en-US" dirty="0"/>
              <a:t>Jackson, R. (2020). The power of diverse teams in technology. Global Insights.</a:t>
            </a:r>
          </a:p>
          <a:p>
            <a:endParaRPr lang="en-US" dirty="0"/>
          </a:p>
          <a:p>
            <a:r>
              <a:rPr lang="en-US" dirty="0"/>
              <a:t>Keller, L. (2021). Color psychology in design. Creative Minds Press.</a:t>
            </a:r>
          </a:p>
          <a:p>
            <a:endParaRPr lang="en-US" dirty="0"/>
          </a:p>
          <a:p>
            <a:r>
              <a:rPr lang="en-US" dirty="0"/>
              <a:t>Lee, A., &amp; Brown, P. (2018). Unity and collaboration in tech teams. Team Dynamics.</a:t>
            </a:r>
          </a:p>
          <a:p>
            <a:endParaRPr lang="en-US" dirty="0"/>
          </a:p>
          <a:p>
            <a:r>
              <a:rPr lang="en-US" dirty="0"/>
              <a:t>Miller, H. (2022). Icons and symbols in technology. Design Today.</a:t>
            </a:r>
          </a:p>
          <a:p>
            <a:endParaRPr lang="en-US" dirty="0"/>
          </a:p>
          <a:p>
            <a:r>
              <a:rPr lang="en-US" dirty="0"/>
              <a:t>Smith, A., &amp; Johnson, K. (2019). Global perspectives in technology. Tech Trends.</a:t>
            </a:r>
          </a:p>
          <a:p>
            <a:endParaRPr lang="en-US" dirty="0"/>
          </a:p>
          <a:p>
            <a:r>
              <a:rPr lang="en-US" dirty="0"/>
              <a:t>White, E., &amp; Green, T. (2023). The impact of color in corporate design. Color Insights Publishing.</a:t>
            </a:r>
            <a:endParaRPr lang="en-AU" dirty="0"/>
          </a:p>
        </p:txBody>
      </p:sp>
    </p:spTree>
    <p:extLst>
      <p:ext uri="{BB962C8B-B14F-4D97-AF65-F5344CB8AC3E}">
        <p14:creationId xmlns:p14="http://schemas.microsoft.com/office/powerpoint/2010/main" val="4045066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511</Words>
  <Application>Microsoft Office PowerPoint</Application>
  <PresentationFormat>Widescreen</PresentationFormat>
  <Paragraphs>32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Project: Create a Vision for a Diverse IT Team</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varsha chaudhary</dc:creator>
  <cp:lastModifiedBy>varsha chaudhary</cp:lastModifiedBy>
  <cp:revision>1</cp:revision>
  <dcterms:created xsi:type="dcterms:W3CDTF">2024-09-11T05:04:07Z</dcterms:created>
  <dcterms:modified xsi:type="dcterms:W3CDTF">2024-09-11T05:46:35Z</dcterms:modified>
</cp:coreProperties>
</file>